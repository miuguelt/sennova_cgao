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0" cy="432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2952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6800" b="1">
                <a:solidFill>
                  <a:srgbClr val="000000"/>
                </a:solidFill>
                <a:latin typeface="Work Sans"/>
              </a:defRPr>
            </a:pPr>
            <a:r>
              <a:t>CAP-14-2026 Sistema de información para la gestión de proyectos de investigación del CGAO (referencia de validación)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5760000"/>
            <a:ext cx="29520000" cy="25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200" b="0">
                <a:solidFill>
                  <a:srgbClr val="000000"/>
                </a:solidFill>
                <a:latin typeface="Work Sans"/>
              </a:defRPr>
            </a:pPr>
            <a:r>
              <a:t>Centro de gestión agroempresarial del oriente</a:t>
            </a:r>
          </a:p>
          <a:p>
            <a:pPr>
              <a:spcAft>
                <a:spcPts val="500"/>
              </a:spcAft>
              <a:defRPr sz="3200" b="0">
                <a:solidFill>
                  <a:srgbClr val="000000"/>
                </a:solidFill>
                <a:latin typeface="Work Sans"/>
              </a:defRPr>
            </a:pPr>
            <a:r>
              <a:t>Alba Zoraida Vargas Hurtado</a:t>
            </a:r>
          </a:p>
          <a:p>
            <a:pPr>
              <a:spcAft>
                <a:spcPts val="500"/>
              </a:spcAft>
              <a:defRPr sz="3200" b="0">
                <a:solidFill>
                  <a:srgbClr val="000000"/>
                </a:solidFill>
                <a:latin typeface="Work Sans"/>
              </a:defRPr>
            </a:pPr>
            <a:r>
              <a:t>Código SGPS Pendiente por diligenciar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Introducción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Pendiente por diligenciar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2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Planteamiento del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2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Pendiente por diligenciar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Justificación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Pendiente por diligenciar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20000" y="1512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0" y="1638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Desarrollar un sistema de información que permita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gestionar de manera eficiente los proyectos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 del Centro de Gestión Agroempresarial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Oriente (CGAO).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Identificar las necesidades y requerimientos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proceso de gestión de proyectos de investigación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CGAO.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Diseñar una herramienta en Excel para el seguimiento 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análisis de indicadores asociados a la clasificación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Minciencias del grupo de Investigadores CGAO.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Diseñar la estructura funcional y la base de datos del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sistema de información.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Desarrollar módulos para el registro, seguimiento y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control de proyectos, cronogramas y productos de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investigación.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Implementar herramientas de consulta y generación 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20000" y="2124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Objetivos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20000" y="2250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reportes para facilitar la gestión investigativa.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Validar el funcionamiento del sistema mediante pruebas</a:t>
            </a:r>
          </a:p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con usuarios del proceso investigativo.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Referente teórico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Pendiente por diligenciar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20000" y="2736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Metodología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20000" y="2862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Pendiente por diligenciar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3348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Avances y resultados cuantificables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3474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Pendiente por diligenciar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20000" y="3348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Bibliografía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20000" y="3474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Pendiente por diligenciar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41400000"/>
            <a:ext cx="29520000" cy="7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000000"/>
                </a:solidFill>
                <a:latin typeface="Work Sans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440000" y="1080000"/>
            <a:ext cx="2952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6800" b="1">
                <a:solidFill>
                  <a:srgbClr val="000000"/>
                </a:solidFill>
                <a:latin typeface="Work Sans"/>
              </a:defRPr>
            </a:pPr>
            <a:r>
              <a:t>CAP-14-2026 Sistema de información para la gestión de proyectos de investigación del CGAO (referencia de validación)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40000" y="5760000"/>
            <a:ext cx="29520000" cy="25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200" b="0">
                <a:solidFill>
                  <a:srgbClr val="000000"/>
                </a:solidFill>
                <a:latin typeface="Work Sans"/>
              </a:defRPr>
            </a:pPr>
            <a:r>
              <a:t>Centro de gestión agroempresarial del oriente</a:t>
            </a:r>
          </a:p>
          <a:p>
            <a:pPr>
              <a:spcAft>
                <a:spcPts val="500"/>
              </a:spcAft>
              <a:defRPr sz="3200" b="0">
                <a:solidFill>
                  <a:srgbClr val="000000"/>
                </a:solidFill>
                <a:latin typeface="Work Sans"/>
              </a:defRPr>
            </a:pPr>
            <a:r>
              <a:t>Alba Zoraida Vargas Hurtado</a:t>
            </a:r>
          </a:p>
          <a:p>
            <a:pPr>
              <a:spcAft>
                <a:spcPts val="500"/>
              </a:spcAft>
              <a:defRPr sz="3200" b="0">
                <a:solidFill>
                  <a:srgbClr val="000000"/>
                </a:solidFill>
                <a:latin typeface="Work Sans"/>
              </a:defRPr>
            </a:pPr>
            <a:r>
              <a:t>Código SGPS Pendiente por diligenciar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9000000"/>
            <a:ext cx="14040000" cy="108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4000" b="1">
                <a:solidFill>
                  <a:srgbClr val="000000"/>
                </a:solidFill>
                <a:latin typeface="Work Sans"/>
              </a:defRPr>
            </a:pPr>
            <a:r>
              <a:t>Enlaces de acceso a soportes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10260000"/>
            <a:ext cx="14040000" cy="43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3400" b="0">
                <a:solidFill>
                  <a:srgbClr val="000000"/>
                </a:solidFill>
                <a:latin typeface="Work Sans"/>
              </a:defRPr>
            </a:pPr>
            <a:r>
              <a:t>Pendiente por diligenciar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0" y="41400000"/>
            <a:ext cx="29520000" cy="7200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000000"/>
                </a:solidFill>
                <a:latin typeface="Work Sans"/>
              </a:defRPr>
            </a:pPr>
            <a:r>
              <a:t>Borrador para revisión · Versión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