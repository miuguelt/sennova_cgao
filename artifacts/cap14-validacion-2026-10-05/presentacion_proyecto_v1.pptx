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Presentación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CAP-14-2026 Sistema de información para la gestión de proyectos de investigación del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CGAO (referencia de validación)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Código SGPS Pendiente por diligenciar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Centro de Gestión Agroempresarial del Oriente (CGAO) - Subsede 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Alba Zoraida Vargas Hurtado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Información general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Código CAP: CAP-14-2026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Centro de formación: Centro de Gestión Agroempresarial del Oriente (CGAO) - Subsede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Regional: Santander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Ciudad: Vélez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 del proyecto: Alba Zoraida Vargas Hurtado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Fecha de inicio del proyecto: 29/05/2026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Fecha de terminación del proyecto: 28/11/2026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Presupuesto total: COP $ 10.000.000,00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Personal vinculado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Actividades a liderar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Programa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Alba Zoraida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Vargas Hurtado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Líder proyecto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Informes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bimensuales,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requerimientos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Desarrollo sistema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información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Personal vinculado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Actividades a liderar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Programa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Fredy Zafra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Requerimientos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sistema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CGAO; vinculación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formativa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confirmar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Presupuesto y cronograma de ejecución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Rubro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planeado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Descripción de su uso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de ejecución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Servicios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personales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instructores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área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COP $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10.000.000,00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Dedicación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equipo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diseño,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29/05/2026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28/11/2026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administrativa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desarrollo,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elaboración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documental. Se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conserva el único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explícito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 fuente; su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ejecución y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Presupuesto y cronograma de ejecución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1259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Rubro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Valor planeado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Descripción de su uso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de ejecución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21259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disponibilidad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requieren soporte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financiero.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proyecto propone centralizar la gestión de la investigación del CGAO mediante un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sistema que articule proyectos, responsables, cronogramas, productos, documentos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consultas. La herramienta Excel complementará el seguimiento descriptivo por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investigador. Este documento organiza un escenario de validación para revisar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coherencia entre objetivos, actividades, recursos y archivos.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escenario se sitúa en el Centro de Gestión Agroempresarial del Oriente, Subsede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Vélez, Regional Santander. La formulación recibida describe registros dispersos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dificultades para consolidar información. El diagnóstico cuantitativo de tiempos,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duplicidad y calidad de datos debe levantarse con el equipo antes de medir mejoras.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dispersión de registros dificulta consultar el estado de los proyectos y relacionar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sus actividades con productos y evidencias. ¿Cómo organizar una fuente central que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permita registrar, actualizar y consultar esa información con permisos definidos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trazabilidad documental? El alcance excluye certificaciones automáticas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clasificación de investigadores.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Justificación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Una fuente central facilitaría el seguimiento de responsabilidades, fechas y soportes,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y reduciría la consolidación manual. La pertinencia se verificará mediante casos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uso acordados y comparación de tiempos antes y después del piloto. La propuesta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aprovecha las capacidades de desarrollo del equipo y deja la aceptación institucional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como decisión documentada.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Objetivo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Desarrollar un sistema de información que permita gestionar de manera eficiente los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proyectos de investigación del Centro de Gestión Agroempresarial del Oriente (CGAO).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Objetivos específicos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Identificar las necesidades y requerimientos del proceso de gestión de proyectos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investigación del CGAO.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Diseñar una herramienta en Excel para el seguimiento y análisis de indicadores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asociados a la clasificación Minciencias del grupo de Investigadores CGAO.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Diseñar la estructura funcional y la base de datos del sistema de información.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Desarrollar módulos para el registro, seguimiento y control de proyectos, cronogramas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y productos de investigación.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Implementar herramientas de consulta y generación de reportes para facilitar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gestión investigativa.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Validar el funcionamiento del sistema mediante pruebas con usuarios del proceso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Referente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diseño relaciona sistemas de información, gestión del conocimiento, ingeniería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requisitos y trazabilidad. Se usarán una matriz de requisitos, relaciones entre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entidades, control de permisos y versiones documentales. Estos conceptos orientan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diseño; no constituyen por sí solos evidencia de mejora. Las fuentes recibidas citan 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Laudon y Laudon, Pressman y Maxim, Sommerville y Kendall y Kendall; deben cotejarse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ediciones y citas.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Marco normativo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propuesta requiere revisar los lineamientos SENNOVA de la convocatoria,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procedimiento de gestión documental, las autorizaciones para tratar datos personales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modelo Minciencias aplicable. Este escenario no certifica la vigencia ni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cumplimiento jurídico de una norma. La coordinación debe identificar versiones,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responsables y soportes antes de la adopción.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Desarrollo aplicado e incremental: identificar usuarios y requisitos, modelar datos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permisos, construir funciones prioritarias, ejecutar pruebas automatizadas y validar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tareas con usuarios autorizados. Cada incremento conserva versión, criterio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aceptación y registro de hallazgos. Se separan las pruebas técnicas de la aceptación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institucional.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Población y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población propuesta corresponde a quienes coordinan, investigan y apoyan proyectos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del CGAO. Se propone una muestra intencional de seis participantes: dos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coordinación, tres investigadores y un aprendiz, sujeta a autorización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disponibilidad. El piloto evaluará doce tareas; no busca estimar resultados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representativos de todo el SENA.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Técnicas de recolección de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Entrevistas semiestructuradas, revisión autorizada de formatos y observación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tareas. La matriz recogerá necesidad, prioridad, responsable y criterio de aceptación.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En el piloto se registrarán resultado, duración y dificultad de cada tarea con datos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preparados para pruebas, sin cargar registros personales reales.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Fases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Fase I: requisitos y planeación. Fase II: diseño funcional, datos y herramienta Excel.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Fase III: desarrollo, pruebas e integración de consultas. Fase Final: validación,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ajustes y preparación del cierre. Las seis actividades del cronograma precisan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responsables, períodos y entregables previstos.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Levantar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proyectos,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Fredy Zafra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29/05/2026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28/06/2026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Matriz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criterios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Diseñar la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estructura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funcional, los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permisos y el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29/06/2026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28/07/2026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 funcional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diccionario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datos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modelo de datos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Diseñar la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herramienta Excel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indicadores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investigador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29/06/2026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28/07/2026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indicadores y guía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uso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Implementar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probar los módulos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proyectos,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 y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29/07/2026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28/09/2026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Versión del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sistema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automatizadas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Integrar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consultas,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generación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Miguel Ángel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Tejedor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29/09/2026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28/10/2026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Catálogo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expediente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generado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Descripción de actividades continuación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4173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Encargado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Fecha o período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Entregable o 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Validar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 ajustes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preparar el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Alba Zoraida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Vargas Hurtado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29/10/2026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28/11/2026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Informe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validación, manual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 propuesta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cierre</a:t>
                      </a:r>
                    </a:p>
                  </a:txBody>
                  <a:tcPr marL="91440" marR="91440" marT="54864" marB="54864"/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cierre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documentados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criterio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Matriz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requisitos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versionada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elaborar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Herramienta Excel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 indicadores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Libros con guía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diccionario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datos revisados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Libro exportado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lista de revisión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por registrar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Diseño funcional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 de datos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Paquetes de diseño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revisados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paquete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Modelo de datos,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permisos y acta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revisión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 continuación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299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 de gestión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 sometidos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aceptación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funcional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módulos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proyectos,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cronogramas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productos por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ejecutar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</a:t>
                      </a:r>
                    </a:p>
                  </a:txBody>
                  <a:tcPr marL="91440" marR="91440" marT="54864" marB="54864"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Consultas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priorizados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sometidos a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Catálogo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pruebas por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Resultados esperados continuación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4592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4173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Indicador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Unidad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Medio de verificación</a:t>
                      </a:r>
                    </a:p>
                  </a:txBody>
                  <a:tcPr marL="91440" marR="91440" marT="54864" marB="54864">
                    <a:solidFill>
                      <a:srgbClr val="E8EEF3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Validación con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usuarios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aceptación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ejecutados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documentados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casos</a:t>
                      </a: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de pruebas,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resultados y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autorización de</a:t>
                      </a:r>
                    </a:p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participantes por</a:t>
                      </a:r>
                    </a:p>
                  </a:txBody>
                  <a:tcPr marL="91440" marR="91440" marT="54864" marB="54864"/>
                </a:tc>
              </a:tr>
              <a:tr h="14173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registrar</a:t>
                      </a:r>
                    </a:p>
                  </a:txBody>
                  <a:tcPr marL="91440" marR="91440" marT="54864" marB="5486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Impactos institucional formativo y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Se espera facilitar la consulta de información, la trazabilidad y la formación en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desarrollo de software. El piloto medirá tareas completadas, errores y tiempos de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consulta. Las metas propuestas no demuestran impactos sociales, económicos ni una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clasificación Minciencias; esos efectos requieren medición y soportes independientes.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propuesta conecta una necesidad de organización con requisitos, diseño,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implementación y validación. El presupuesto conserva el monto de la fuente y 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cronograma utiliza seis meses. La adopción depende de aprobar el alcance, conciliar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fuentes y obtener resultados de aceptación con usuarios.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Fuentes locales consultadas: formulación, presentación, acta de inicio e informe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bimensual de CAP-14-2026, conservados en docs/CAP-14-2026 Sistemade Información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Investigación/. Contratos técnicos: backend/app/services/documentation_catalog.py,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backend/app/services/documentation_state.py y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docs/architecture/modelo-funcional-y-datos.md. Las referencias bibliográficas de las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fuentes deben cotejarse antes de la presentación institucional.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Datos pendientes de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Escenario de validación preparado para comprobar formularios y generación documental.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fechas de terminación, metas, distribución de actividades, productos y cierres son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propuestas; no acreditan reuniones, gastos, pruebas con usuarios, aceptación ni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resultados institucionales. Se conserva la fuente original sin alterarla. El código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SGPS, el semillero, la discrepancia CAP-14/CAP-16, la fecha final del 23/12/2026 y la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aplicabilidad de GCDTP-F-023 requieren confirmación institucional. El escenario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utiliza seis meses desde el 29/05/2026 hasta el 28/11/2026.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título del acta identifica CAP-14-2026 y el proyecto de gestión de investigación,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pero el objetivo de la reunión menciona CAP-16-2026 y el banco de uniformes. Mantener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discrepancia para revisión.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informe bimensual no identifica un rango formal de fechas; dejar las fechas del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período pendientes.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Datos pendientes de validación continuación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600200"/>
            <a:ext cx="1097280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informe describe avances y resultados narrativos, pero no aporta una tabla completa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 indicadores, metas, logros y evidencias por resultado.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Las fuentes presentan más de una clasificación de información. No inferir permisos ni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clasificación documental.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archivo GCDTP-F-023 V01 está vacío y contiene instrucciones. Se conserva como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fuente de formato, pero no se importa como informe final diligenciado.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La referencia no aporta un código SGPS confirmado. El código CAP se conserva en su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campo y no se usa como SGPS.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El informe se guarda en el bimestre 1 como propuesta de organización. La fuente no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confirma su número formal ni sus fechas; complete el período y concilie las</a:t>
            </a:r>
          </a:p>
          <a:p>
            <a:pPr>
              <a:spcAft>
                <a:spcPts val="50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inconsistencias antes de generar o revisar una versión.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0936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