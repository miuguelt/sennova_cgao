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0" cy="432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0000" y="1080000"/>
            <a:ext cx="2952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6800" b="1">
                <a:solidFill>
                  <a:srgbClr val="000000"/>
                </a:solidFill>
                <a:latin typeface="Work Sans"/>
              </a:defRPr>
            </a:pPr>
            <a:r>
              <a:t>CAP-14-2026 Sistema de información para la gestión de proyectos de investigación del CGAO (referencia de validación)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5760000"/>
            <a:ext cx="29520000" cy="25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Centro de Gestión Agroempresarial del Oriente (CGAO) - Subsede Vélez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Santander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Responsable: Alba Zoraida Vargas Hurtado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Autoría: Alba Zoraida Vargas Hurtado; Miguel Ángel Tejedor; Fredy Zafra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Código SGPS: Pendiente por diligenciar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Producto: Sistema de gestión de proyectos de investigación CGAO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proyecto propone centralizar la gestión de la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 del CGAO mediante un sistema que articule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proyectos, responsables, cronogramas, productos,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documentos y consultas. La herramienta Excel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complementará el seguimiento descriptivo por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investigador. Este documento organiza un escenario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validación para revisar la coherencia entre objetivos,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actividades, recursos y archivos.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2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Planteamiento del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2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La dispersión de registros dificulta consultar 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estado de los proyectos y relacionar sus actividades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 productos y evidencias. ¿Cómo organizar una fuente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central que permita registrar, actualizar y consultar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esa información con permisos definidos y trazabilidad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documental? El alcance excluye certificaciones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automáticas de clasificación de investigadores.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Justificación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Una fuente central facilitaría el seguimiento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responsabilidades, fechas y soportes, y reduciría la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consolidación manual. La pertinencia se verificará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mediante casos de uso acordados y comparación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tiempos antes y después del piloto. La propuesta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aprovecha las capacidades de desarrollo del equipo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deja la aceptación institucional como decisión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documentada.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2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Objetivos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2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Desarrollar un sistema de información que permita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gestionar de manera eficiente los proyectos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 del Centro de Gestión Agroempresarial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Oriente (CGAO).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Identificar las necesidades y requerimientos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proceso de gestión de proyectos de investigación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CGAO.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Diseñar una herramienta en Excel para el seguimiento 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2124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Objetivos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2250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análisis de indicadores asociados a la clasificación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Minciencias del grupo de Investigadores CGAO.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Diseñar la estructura funcional y la base de datos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sistema de información.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Desarrollar módulos para el registro, seguimiento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control de proyectos, cronogramas y productos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Implementar herramientas de consulta y generación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20000" y="2124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Objetivos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20000" y="2250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reportes para facilitar la gestión investigativa.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Validar el funcionamiento del sistema mediante pruebas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 usuarios del proceso investigativo.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2736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Referente teórico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2862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diseño relaciona sistemas de información, gestión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del conocimiento, ingeniería de requisitos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trazabilidad. Se usarán una matriz de requisitos,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relaciones entre entidades, control de permisos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versiones documentales. Estos conceptos orientan 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diseño; no constituyen por sí solos evidencia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mejora. Las fuentes recibidas citan a Laudon y Laudon,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Pressman y Maxim, Sommerville y Kendall y Kendall;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20000" y="2736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Referente teórico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20000" y="2862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deben cotejarse las ediciones y citas.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0000" y="3348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Metodología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0000" y="3474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Desarrollo aplicado e incremental: identificar usuarios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y requisitos, modelar datos y permisos, construir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funciones prioritarias, ejecutar pruebas automatizadas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y validar tareas con usuarios autorizados. Cada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incremento conserva versión, criterio de aceptación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registro de hallazgos. Se separan las pruebas técnicas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 la aceptación institucional.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20000" y="3348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Avances y resultados cuantificables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20000" y="3474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Escenario documental preparado. Meta: un producto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aceptado; logro institucional confirmado: cero. La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validación con usuarios y sus resultados aún no se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registran.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41400000"/>
            <a:ext cx="29520000" cy="7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000000"/>
                </a:solidFill>
                <a:latin typeface="Work Sans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0000" y="1080000"/>
            <a:ext cx="2952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6800" b="1">
                <a:solidFill>
                  <a:srgbClr val="000000"/>
                </a:solidFill>
                <a:latin typeface="Work Sans"/>
              </a:defRPr>
            </a:pPr>
            <a:r>
              <a:t>CAP-14-2026 Sistema de información para la gestión de proyectos de investigación del CGAO (referencia de validación)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5760000"/>
            <a:ext cx="29520000" cy="25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Centro de Gestión Agroempresarial del Oriente (CGAO) - Subsede Vélez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Santander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Responsable: Alba Zoraida Vargas Hurtado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Autoría: Alba Zoraida Vargas Hurtado; Miguel Ángel Tejedor; Fredy Zafra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Código SGPS: Pendiente por diligenciar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Producto: Sistema de gestión de proyectos de investigación CGAO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Bibliografía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Fuentes locales consultadas: formulación, presentación,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acta de inicio e informe bimensual de CAP-14-2026,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conservados en docs/CAP-14-2026 Sistemade Información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Investigación/. Contratos técnicos: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backend/app/services/documentation_catalog.py,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backend/app/services/documentation_state.py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docs/architecture/modelo-funcional-y-datos.md. Las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referencias bibliográficas de las fuentes deben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2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Bibliografía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2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cotejarse antes de la presentación institucional.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Enlaces de acceso a soportes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Fuentes locales: backend/, frontend/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docs/architecture/modelo-funcional-y-datos.md; acceso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sujeto a los permisos del repositorio.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2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Datos pendientes de validación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2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Escenario de validación preparado para comprobar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formularios y generación documental. Las fechas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terminación, metas, distribución de actividades,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productos y cierres son propuestas; no acreditan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reuniones, gastos, pruebas con usuarios, aceptación ni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resultados institucionales. Se conserva la fuente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original sin alterarla. El código SGPS, el semillero,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la discrepancia CAP-14/CAP-16, la fecha final 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2124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Datos pendientes de validación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2250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23/12/2026 y la aplicabilidad de GCDTP-F-023 requieren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confirmación institucional. El escenario utiliza seis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meses desde el 29/05/2026 hasta el 28/11/2026.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título del acta identifica CAP-14-2026 y el proyecto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 gestión de investigación, pero el objetivo de la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reunión menciona CAP-16-2026 y el banco de uniformes.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Mantener la discrepancia para revisión.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informe bimensual no identifica un rango formal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20000" y="2124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Datos pendientes de validación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20000" y="2250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fechas; dejar las fechas del período pendientes.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informe describe avances y resultados narrativos,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pero no aporta una tabla completa con indicadores,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metas, logros y evidencias por resultado.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Las fuentes presentan más de una clasificación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información. No inferir permisos ni clasificación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documental.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archivo GCDTP-F-023 V01 está vacío y contiene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2736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Datos pendientes de validación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2862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instrucciones. Se conserva como fuente de formato, pero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no se importa como informe final diligenciado.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La referencia no aporta un código SGPS confirmado. 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código CAP se conserva en su campo y no se usa como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SGPS.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informe se guarda en el bimestre 1 como propuesta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organización. La fuente no confirma su número formal ni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sus fechas; complete el período y concilie 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20000" y="2736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Datos pendientes de validación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20000" y="2862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inconsistencias antes de generar o revisar una versión.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0000" y="41400000"/>
            <a:ext cx="29520000" cy="7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000000"/>
                </a:solidFill>
                <a:latin typeface="Work Sans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