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Herramienta Excel de indicadores por investigador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proyecto propone centralizar la gestión de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CGAO mediante un sistema que articule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proyectos, responsables, cronogramas, productos,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documentos y consultas. La herramienta Excel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complementará el seguimiento descriptivo por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investigador. Este documento organiza un escenario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para revisar la coherencia entre objetivos,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actividades, recursos y archivos.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dispersión de registros dificulta consultar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estado de los proyectos y relacionar sus actividades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productos y evidencias. ¿Cómo organizar una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central que permita registrar, actualizar y consultar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esa información con permisos definidos y trazabilidad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documental? El alcance excluye certificaciones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automáticas de clasificación de investigadores.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Una fuente central facilitaría el seguimiento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responsabilidades, fechas y soportes, y reduciría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consolidación manual. La pertinencia se verificará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mediante casos de uso acordados y comparación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tiempos antes y después del piloto. La propuesta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aprovecha las capacidades de desarrollo del equipo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deja la aceptación institucional como decisión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documentada.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un sistema de información que permita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gestionar de manera eficiente los proyectos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Centro de Gestión Agroempresarial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Oriente (CGAO).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Identificar las necesidades y requerimientos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proceso de gestión de proyectos de investigación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una herramienta en Excel para el seguimiento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análisis de indicadores asociados a la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Minciencias del grupo de Investigadores 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la estructura funcional y la base de datos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sistema de información.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módulos para el registro, seguimiento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control de proyectos, cronogramas y productos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Implementar herramientas de consulta y generación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reportes para facilitar la gestión investigativa.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Validar el funcionamiento del sistema mediante pruebas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usuarios del proceso investigativo.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El diseño relaciona sistemas de información, gestión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del conocimiento, ingeniería de requisitos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trazabilidad. Se usarán una matriz de requisitos,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relaciones entre entidades, control de permisos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versiones documentales. Estos conceptos orientan 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diseño; no constituyen por sí solos evidencia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mejora. Las fuentes recibidas citan a Laudon y Laudon,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Pressman y Maxim, Sommerville y Kendall y Kendall;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deben cotejarse las ediciones y citas.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Metodología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Desarrollo aplicado e incremental: identificar usuarios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requisitos, modelar datos y permisos, construir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funciones prioritarias, ejecutar pruebas automatizadas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y validar tareas con usuarios autorizados. Cada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incremento conserva versión, criterio de aceptación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registro de hallazgos. Se separan las pruebas técnicas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 la aceptación institucional.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Avances y resultados cuantificables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documental preparado. Meta: un producto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aceptado; logro institucional confirmado: cero. La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validación con usuarios y sus resultados aún no se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registran.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Santander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Responsable: Alba Zoraida Vargas Hurtado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Autoría: Alba Zoraida Vargas Hurtado; Miguel Ángel Tejedor; Fredy Zafra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Código SGPS: Pendiente por diligenciar</a:t>
            </a:r>
          </a:p>
          <a:p>
            <a:pPr>
              <a:spcAft>
                <a:spcPts val="500"/>
              </a:spcAft>
              <a:defRPr sz="2600" b="0">
                <a:solidFill>
                  <a:srgbClr val="000000"/>
                </a:solidFill>
                <a:latin typeface="Work Sans"/>
              </a:defRPr>
            </a:pPr>
            <a:r>
              <a:t>Producto: Herramienta Excel de indicadores por investigador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 consultadas: formulación, presentación,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acta de inicio e informe bimensual de CAP-14-2026,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conservados en docs/CAP-14-2026 Sistemade Información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Investigación/. Contratos técnicos: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backend/app/services/documentation_catalog.py,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docs/architecture/modelo-funcional-y-datos.md. Las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referencias bibliográficas de las fuentes deben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cotejarse antes de la presentación institucional.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Enlaces de acceso a soportes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Fuentes locales: backend/, frontend/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docs/architecture/modelo-funcional-y-datos.md; acceso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sujeto a los permisos del repositorio.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Escenario de validación preparado para comprobar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formularios y generación documental. Las fechas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terminación, metas, distribución de actividades,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productos y cierres son propuestas; no acreditan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reuniones, gastos, pruebas con usuarios, aceptación ni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resultados institucionales. Se conserva la fuente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original sin alterarla. El código SGPS, el semillero,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la discrepancia CAP-14/CAP-16, la fecha final 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Datos pendientes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23/12/2026 y la aplicabilidad de GCDTP-F-023 requieren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confirmación institucional. El escenario utiliza seis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meses desde el 29/05/2026 hasta el 28/11/2026.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